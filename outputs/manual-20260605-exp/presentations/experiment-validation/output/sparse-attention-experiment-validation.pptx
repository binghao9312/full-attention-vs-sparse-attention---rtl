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f5097b162c4cc2" /><Relationship Type="http://schemas.openxmlformats.org/officeDocument/2006/relationships/extended-properties" Target="/docProps/app.xml" Id="R7ef33090c13c4b3b" /><Relationship Type="http://schemas.openxmlformats.org/officeDocument/2006/relationships/officeDocument" Target="/ppt/presentation.xml" Id="R396658f1b34d4b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b9b4c6a6f34bf7"/>
  </p:sldMasterIdLst>
  <p:notesMasterIdLst>
    <p:notesMasterId xmlns:r="http://schemas.openxmlformats.org/officeDocument/2006/relationships" r:id="Rfc3f3138949943a4"/>
  </p:notesMasterIdLst>
  <p:sldIdLst>
    <p:sldId xmlns:r="http://schemas.openxmlformats.org/officeDocument/2006/relationships" id="256" r:id="R974499c253844a79"/>
    <p:sldId xmlns:r="http://schemas.openxmlformats.org/officeDocument/2006/relationships" id="257" r:id="Rd8b4c4ab7bba47d1"/>
    <p:sldId xmlns:r="http://schemas.openxmlformats.org/officeDocument/2006/relationships" id="258" r:id="Raee6196b6df941c4"/>
    <p:sldId xmlns:r="http://schemas.openxmlformats.org/officeDocument/2006/relationships" id="259" r:id="Re74de34ac8974d89"/>
    <p:sldId xmlns:r="http://schemas.openxmlformats.org/officeDocument/2006/relationships" id="260" r:id="R1038dbbb4bbc4f52"/>
    <p:sldId xmlns:r="http://schemas.openxmlformats.org/officeDocument/2006/relationships" id="261" r:id="R1dca5883822f4a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e6952a5a9421c" /><Relationship Type="http://schemas.openxmlformats.org/officeDocument/2006/relationships/slideMaster" Target="/ppt/slideMasters/slideMaster1.xml" Id="R68b9b4c6a6f34bf7" /><Relationship Type="http://schemas.openxmlformats.org/officeDocument/2006/relationships/notesMaster" Target="/ppt/notesMasters/notesMaster1.xml" Id="Rfc3f3138949943a4" /><Relationship Type="http://schemas.openxmlformats.org/officeDocument/2006/relationships/presProps" Target="/ppt/presProps.xml" Id="Ra4eb891404f14e9b" /><Relationship Type="http://schemas.openxmlformats.org/officeDocument/2006/relationships/viewProps" Target="/ppt/viewProps.xml" Id="Ra296eed9a5a44385" /><Relationship Type="http://schemas.openxmlformats.org/officeDocument/2006/relationships/tableStyles" Target="/ppt/tableStyles.xml" Id="Rf9d299c48c3a41b0" /><Relationship Type="http://schemas.openxmlformats.org/officeDocument/2006/relationships/slide" Target="/ppt/slides/slide1.xml" Id="R974499c253844a79" /><Relationship Type="http://schemas.openxmlformats.org/officeDocument/2006/relationships/slide" Target="/ppt/slides/slide2.xml" Id="Rd8b4c4ab7bba47d1" /><Relationship Type="http://schemas.openxmlformats.org/officeDocument/2006/relationships/slide" Target="/ppt/slides/slide3.xml" Id="Raee6196b6df941c4" /><Relationship Type="http://schemas.openxmlformats.org/officeDocument/2006/relationships/slide" Target="/ppt/slides/slide4.xml" Id="Re74de34ac8974d89" /><Relationship Type="http://schemas.openxmlformats.org/officeDocument/2006/relationships/slide" Target="/ppt/slides/slide5.xml" Id="R1038dbbb4bbc4f52" /><Relationship Type="http://schemas.openxmlformats.org/officeDocument/2006/relationships/slide" Target="/ppt/slides/slide6.xml" Id="R1dca5883822f4a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ec883aaf9a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1b7f7143b4bc6" /><Relationship Type="http://schemas.openxmlformats.org/officeDocument/2006/relationships/notesMaster" Target="/ppt/notesMasters/notesMaster1.xml" Id="Rf9a776b6056f49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5e214b38ca4e78" /><Relationship Type="http://schemas.openxmlformats.org/officeDocument/2006/relationships/notesMaster" Target="/ppt/notesMasters/notesMaster1.xml" Id="R089a12185a9247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2a84b01f504eac" /><Relationship Type="http://schemas.openxmlformats.org/officeDocument/2006/relationships/notesMaster" Target="/ppt/notesMasters/notesMaster1.xml" Id="Rd364a00d059e48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4ce6a732b14840" /><Relationship Type="http://schemas.openxmlformats.org/officeDocument/2006/relationships/notesMaster" Target="/ppt/notesMasters/notesMaster1.xml" Id="R99572a0948ca4b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ecea83fa4d4f4e" /><Relationship Type="http://schemas.openxmlformats.org/officeDocument/2006/relationships/notesMaster" Target="/ppt/notesMasters/notesMaster1.xml" Id="R35f31b9296d542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57e2c940444c4d" /><Relationship Type="http://schemas.openxmlformats.org/officeDocument/2006/relationships/notesMaster" Target="/ppt/notesMasters/notesMaster1.xml" Id="R49ffeb2e343f4a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1f95d1aab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a6dd5009204408" /><Relationship Type="http://schemas.openxmlformats.org/officeDocument/2006/relationships/slideLayout" Target="/ppt/slideLayouts/slideLayout1.xml" Id="R5ffd4b419477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fd4b419477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1a8ab6b034f8e" /><Relationship Type="http://schemas.openxmlformats.org/officeDocument/2006/relationships/notesSlide" Target="/ppt/notesSlides/notesSlide1.xml" Id="Rb43326fb62ef49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3579d46f649b8" /><Relationship Type="http://schemas.openxmlformats.org/officeDocument/2006/relationships/notesSlide" Target="/ppt/notesSlides/notesSlide2.xml" Id="R229b0854292f4c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0019d78b34235" /><Relationship Type="http://schemas.openxmlformats.org/officeDocument/2006/relationships/image" Target="/ppt/media/image.png" Id="Rdb019a32818d4ef6" /><Relationship Type="http://schemas.openxmlformats.org/officeDocument/2006/relationships/notesSlide" Target="/ppt/notesSlides/notesSlide3.xml" Id="R11e7e467e8e3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3c5876b71460f" /><Relationship Type="http://schemas.openxmlformats.org/officeDocument/2006/relationships/image" Target="/ppt/media/image2.png" Id="Rb3fb8bf5c98e4c1e" /><Relationship Type="http://schemas.openxmlformats.org/officeDocument/2006/relationships/notesSlide" Target="/ppt/notesSlides/notesSlide4.xml" Id="Rcf468e0f31e0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36adb61ab40ae" /><Relationship Type="http://schemas.openxmlformats.org/officeDocument/2006/relationships/image" Target="/ppt/media/image3.png" Id="R3f38d35423524694" /><Relationship Type="http://schemas.openxmlformats.org/officeDocument/2006/relationships/notesSlide" Target="/ppt/notesSlides/notesSlide5.xml" Id="Rf1e5c8c1b0d7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f2c61d4274bc2" /><Relationship Type="http://schemas.openxmlformats.org/officeDocument/2006/relationships/notesSlide" Target="/ppt/notesSlides/notesSlide6.xml" Id="R68a1f2f3cc3a48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67766-B1F7-42C5-B791-E721A1F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CFB2F0-050E-4132-AA97-40574EF2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777EDA-AF0B-451F-AB28-7F7841C4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EXPERIMENT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F95AB-86FE-4E34-B588-C701E0A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Experiment results close the loop from Python model to post-sim RTL.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E7249-FC6F-4CE4-8A4B-7D39FE7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Sparse attention core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ABE57-DB00-4AAD-99DF-5D233076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7AD0D-5223-4280-8784-53B8DA2E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Python golden reference defines exact pair, MAC, checksum, and reduction values.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8642-424F-49E5-84BA-FFFA74C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0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844C8-9F69-42B8-902A-FDC854C8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RTL pre-simulation reproduces software pair/MAC counts for every sequence block.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10C2F-5D94-4ED6-A4E3-CB58ED9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28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9ECF0-2534-4057-8462-3E0392F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5924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Post-simulation keeps all checks passing after synthesized timing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48B71-0136-4AC9-BF17-A615DE4C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1762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349DA-B814-4B7A-B1CA-82591CD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57300"/>
            <a:ext cx="1495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8A14E-D793-45C3-9382-3C7DB4E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0020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SEQ_LEN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12F15-2175-43E2-B008-FDA7B88F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6690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16 / 32 / 64 / 128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ACE3D-6514-4669-A046-5791ECE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1762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F2816-3FDE-41E8-BCD0-9437BA87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1495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9B841-5ADF-4838-8635-D363C121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020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PATTERNS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6B62E-745E-474C-8BD6-43A0C2C9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6690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full + four sparse modes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8CB02-F1F0-43F2-B11D-2F2DB40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1762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5239C-1151-4885-9D66-CBAD3F1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1495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AFCB6-424A-416C-897D-0E6AD861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PRE-SIM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062E0-5FBC-4067-AA3D-EAA81099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6705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all visible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908B5-885A-4FA2-BAE5-DB2B5C6F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43150"/>
            <a:ext cx="1762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87F51-C625-4EDC-BB26-5CFE30D5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495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B458AA-6735-4A6C-B469-BDE3F37D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POST-SIM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24EE3-F930-4105-A5D6-5388DF1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67050"/>
            <a:ext cx="1495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all visible checks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3BB395-0A28-47F6-A23E-B7D9F50E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DDA38E-DD3D-42E0-A1F3-A62185D6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863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B86CF-EB95-4050-B82D-332FEA9C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62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golden counts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FB3CD-F403-49AF-9BDA-9C892F05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054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29BF86-15B5-43F4-B2AC-6F5F8F41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7CE3B-2ACC-4AC8-8C39-8494B5BE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383D48-206C-48F2-96BA-6AED8CA1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863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Presim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EDF2B-81FA-435A-B8E8-C47EF820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62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RTL behavior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94976D-D17F-4A58-A155-D2D57236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054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039E17-A8E0-46D8-8565-C458710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36E276-9901-4F1D-BBBC-10EE6A77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2F788-8339-4D33-B820-52CB40E3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863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09A0DA-1F35-4F02-BE79-6F580BC6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62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gate netlist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DC7259-4141-4E7A-81B5-B84C48D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054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3697D-13B7-4064-8DD7-E659C6E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482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BD5A51-64FB-46AD-A21B-D2C694A9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625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D6C625-C3FF-4786-8FA1-0FBB3C3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8632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Postsim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B94DE-98A4-4878-BF8D-3C1B73D7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625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timing-aware check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1AD108-F76D-4C85-B388-222AE3E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Source: docs/attention_compare_notes.md, RES/*.png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25AC7D-C329-4ED7-B84D-D5CC0F4E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57129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A78BAA-FF90-4E31-AECD-DDF12F3C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1B3C5E-DD9F-4519-BEF8-A3EBC72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415688-8FFE-4143-9A47-A67B1914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TEST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1CDFB-9833-4A70-AE89-97B19A9B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workload fixes sequence length and pattern rules so reductions are predictable.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F1538-FD98-48C7-8E5C-31968754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8958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2E32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87494-E042-4FB0-8BAC-31B1970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Fixed parameters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8D499-C776-48C4-99F9-D79B5603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seq_len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0B7D5-FC6C-4800-B6C5-CD170E9C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rPr>
              <a:t>16, 32, 64, 128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9FAB9-46F8-4365-A3E8-36B7B4BF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window_size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C3204-8773-4055-9FD2-DC053E12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86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CD204-ED33-4175-8C85-84424B3B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dilation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6E4C8-1B86-4C95-AEE5-480D2209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48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9C68F-D6C0-4516-AC42-37323E7F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global_index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68A2F-32DB-413C-B10A-FBC67BE4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3CAEE-75B1-41E8-9BEE-3E697EE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feature_dim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F07FC-CF0B-470A-B3EF-16A674CA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71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6F1E8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75935-19C8-4417-A3B0-82A537C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3340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8D0A1-BBB8-4995-BC86-E7012A7E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026"/>
                </a:solidFill>
                <a:latin typeface="Aptos"/>
                <a:ea typeface="Aptos"/>
                <a:cs typeface="Aptos"/>
              </a:rPr>
              <a:t>Pattern modes under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E23C7-938A-450B-9082-7EE4F621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D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01854-5E44-488D-9B2F-15B704F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33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D34D5-1860-4D3A-8682-DA0C6668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026"/>
                </a:solidFill>
                <a:latin typeface="Aptos"/>
                <a:ea typeface="Aptos"/>
                <a:cs typeface="Aptos"/>
              </a:rPr>
              <a:t>all token pairs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5A70A-F187-4431-8283-EE5F9AE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C5CD3-EF25-4D15-B731-8D6E56AE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sliding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0C43E-1B08-4AB7-95D6-172C3390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9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026"/>
                </a:solidFill>
                <a:latin typeface="Aptos"/>
                <a:ea typeface="Aptos"/>
                <a:cs typeface="Aptos"/>
              </a:rPr>
              <a:t>4-token local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9303D-0D3B-4D33-9E97-99081C47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43B7B-1EA5-4D18-8D5B-E5ECCB5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dilated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9100AE-88C0-4DFC-965E-9E6630F4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026"/>
                </a:solidFill>
                <a:latin typeface="Aptos"/>
                <a:ea typeface="Aptos"/>
                <a:cs typeface="Aptos"/>
              </a:rPr>
              <a:t>every 2nd key in local block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92001-E6F8-44F2-B841-5F8A4DA2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3780E-D901-4444-9F8F-C8C78CE8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sliding_global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AFA6D3-20EC-4507-8B7C-C7906B3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026"/>
                </a:solidFill>
                <a:latin typeface="Aptos"/>
                <a:ea typeface="Aptos"/>
                <a:cs typeface="Aptos"/>
              </a:rPr>
              <a:t>local block + global token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8E0DB8-0E34-445C-8256-B1B35B17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05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C4DEB7-04FE-4B5D-8A11-112EF70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butterfly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44E0E2-A621-44EB-A720-2C5570AD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026"/>
                </a:solidFill>
                <a:latin typeface="Aptos"/>
                <a:ea typeface="Aptos"/>
                <a:cs typeface="Aptos"/>
              </a:rPr>
              <a:t>structured sparse connectivity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ADF01A-1131-4639-A10C-2E182667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Verification rule: hardware pair count, estimated cycle count, MAC count, and final check must agree with software expectation.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EBA983-2FCC-435C-925A-ED8B468D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Source: docs/attention_compare_notes.md, RES/*.png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58C36-4840-4732-96BF-E8C6ABE5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34205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32401-6028-4486-8058-6B4CE040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1FBC21-2672-4C47-8739-99DD9CB4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F2F8C18-F0E5-42D2-94A2-1B4EB28B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PYTHON GOLDEN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1559A-A5C4-4A06-B24C-90888EA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Python golden reference establishes exact pair and MAC counts for every mode.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38A3A-4133-41B3-AB61-1FA55812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790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B1CD7-492D-4132-BECC-188E38C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65,536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1FDDB-CF38-4A12-8236-3AA10398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FULL MACS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BAE74-5B41-413A-B8CC-1BE1FC70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seq_len=128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B68A4-E761-49A0-A913-DC8AA725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790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4AA1B-C606-4B3B-A9F2-64080B80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1,024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824F7-91D0-498D-839D-E76B2295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DILATED MACS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033D3-6481-4FF0-BF1C-FB32A5AF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98.4375% reduction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8F8A0-9B5C-4284-B1F0-331F845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790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E39E3-BD22-40B7-9652-151C973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3,040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92805-899B-43EA-92A5-64F181EB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9783E"/>
                </a:solidFill>
                <a:latin typeface="Aptos Mono"/>
                <a:ea typeface="Aptos Mono"/>
                <a:cs typeface="Aptos Mono"/>
              </a:rPr>
              <a:t>GLOBAL MACS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F0A907-6BB0-4B97-A989-FCA3C459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95.3613%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78A60-A2B8-4E45-BDF3-DF66CF60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24003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The software run gives the expected table before any RTL comparison. It also includes a checksum column, so the demo is checking deterministic QK work rather than only counting loop iterations.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D8767-9F09-4A55-B7E3-89C2F8C1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957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DB5A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DB5AA"/>
                </a:solidFill>
                <a:latin typeface="Aptos"/>
                <a:ea typeface="Aptos"/>
                <a:cs typeface="Aptos"/>
              </a:rPr>
              <a:t>Key readout: sparse modes reduce pair/MAC work while preserving a concrete score checksum for each tested sequence length.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B1017-6579-465B-A28F-23B00E2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00200"/>
            <a:ext cx="605790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19a32818d4ef6"/>
          <a:stretch xmlns:a="http://schemas.openxmlformats.org/drawingml/2006/main"/>
        </p:blipFill>
        <p:spPr>
          <a:xfrm xmlns:a="http://schemas.openxmlformats.org/drawingml/2006/main">
            <a:off x="5984558" y="1676400"/>
            <a:ext cx="4947285" cy="4000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60228-6E46-43F5-A0A5-85B1FDB6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Source: RES/python.png; SW/attention_reference.py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39498-D1E9-4848-B926-4B538545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11191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922C65-05AC-48D9-A1C5-E3647EA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2CF2F2-E9CB-4969-8977-09D1C42A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56C5F3-9E56-41F4-ACB4-68365B6B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RTL PRE-SIMULATION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FDB46-DDFC-4464-8981-C9B41BB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Pre-sim RTL matches software counts across every sequence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F15B9-D3C4-42D6-BE50-35CCD79B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5819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b8bf5c98e4c1e"/>
          <a:stretch xmlns:a="http://schemas.openxmlformats.org/drawingml/2006/main"/>
        </p:blipFill>
        <p:spPr>
          <a:xfrm xmlns:a="http://schemas.openxmlformats.org/drawingml/2006/main">
            <a:off x="2294207" y="1695450"/>
            <a:ext cx="3945987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0237D-449B-4CBB-B06A-C523640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What the table 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A58D5-ABD0-405F-B714-D093A437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4504B-A5B6-49BC-B161-985CF1D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sw_pair, full_pair, and sprs_pair columns align for all visible runs.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19E06-EACC-4CE9-B8A1-9A458BD6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47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8FE54-65B5-4DB1-8F7E-539C3684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full_cyc and sprs_cyc track the same pair-stream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56EF5-4423-4692-B21C-AE85C57D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D5E72-0951-439B-AE30-40DD68C4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full_mac and sprs_mac match the expected feature_dim=4 scaling.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F27EC-0EDA-4AA2-9F76-F7610D6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24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679BD-4ED3-48C8-BAF6-59F9C32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57600"/>
            <a:ext cx="2876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Every visible row ends in PASS.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E9E8C-3465-46D0-9DDE-2E859F42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244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B5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DB5AA"/>
                </a:solidFill>
                <a:latin typeface="Aptos"/>
                <a:ea typeface="Aptos"/>
                <a:cs typeface="Aptos"/>
              </a:rPr>
              <a:t>Pre-sim is the RTL behavior checkpoint before synthesis and timing annotation.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F4AD9-50C6-4ECF-A915-E5A6C85C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Source: RES/Presim.png; RTL/Presim/tb.v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F5658-13BB-4FCF-A436-C2537BAE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99594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D1AFD-0B84-4B22-B1E9-D37823EF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7D0C1BE-A821-487A-889E-2A835F7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1F273F-00C8-47D7-9D30-0C6DCAA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POST-SIMULATION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D6CFC-FC33-4344-B40C-EB79C2DF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Post-sim preserves the same correctness after the synthesized timing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0EC0-A6DE-49A4-ACC7-782E37D5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1056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8d35423524694"/>
          <a:stretch xmlns:a="http://schemas.openxmlformats.org/drawingml/2006/main"/>
        </p:blipFill>
        <p:spPr>
          <a:xfrm xmlns:a="http://schemas.openxmlformats.org/drawingml/2006/main">
            <a:off x="2316726" y="1809750"/>
            <a:ext cx="3653298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AACA1-427A-4EF4-8C73-6A457E06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71650"/>
            <a:ext cx="3067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CAF30-5BE0-46D9-AA16-5BB794F5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A3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9A36A"/>
                </a:solidFill>
                <a:latin typeface="Aptos"/>
                <a:ea typeface="Aptos"/>
                <a:cs typeface="Aptos"/>
              </a:rPr>
              <a:t>TEST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ACE05-5443-4064-85EB-4C1C597B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postsim visible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EE5F6-0DA3-4B22-A2E8-45E73DD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067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852AC-FD52-4A35-AC9E-E8A4AE8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2457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Synthesis did not change the functional answer.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B4DC4-910A-4F39-8D67-5A3E314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457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The same sparse pair/MAC reductions survive the post-sim run.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F54E8-E12D-4667-99E7-D1800EBE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067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40770-230F-42B9-A110-EB9F01A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2457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B5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DB5AA"/>
                </a:solidFill>
                <a:latin typeface="Aptos"/>
                <a:ea typeface="Aptos"/>
                <a:cs typeface="Aptos"/>
              </a:rPr>
              <a:t>CPU time shown in the simulator report is a tool runtime, not hardware throughput.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78D11-12AF-4B42-845F-36EAF061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Source: RES/Postsim.png; RTL/Postsim/tb.v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36B32-4820-4390-8BC1-461144C3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21049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2F3B5-B5F6-4FE8-9D0B-25E37E34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96550A8-4E7C-458F-AB2F-390F645E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1000C51-2B62-4784-81FF-823BC7E5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VALIDATION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7AACE-FC89-4EA0-B4E6-6669AEBF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At seq_len=128, sparse modes cut MAC work by 94.5%-98.4% while all checks pass.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00FE-49C6-4279-BA9F-2D60E59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9525">
            <a:solidFill>
              <a:srgbClr val="D8CFC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27C27-C107-4EBB-915B-0680C0A2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026"/>
                </a:solidFill>
                <a:latin typeface="Aptos"/>
                <a:ea typeface="Aptos"/>
                <a:cs typeface="Aptos"/>
              </a:rPr>
              <a:t>MAC reduction vs full attention, seq_len=128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18CBC-8C5B-48DA-8944-CFAE38DC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sliding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0440E-3F8B-4034-B6D6-D0BF2E75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39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ECCF0-19E5-4553-9B09-A5546FB4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328493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C6DA4-476B-4DC6-B10A-F0CB7100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1462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96.88%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1CBA0-6A4F-49E9-AF5A-26DF6BF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813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rPr>
              <a:t>2,048 MACs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5FADB-3AAD-43A3-B717-7650635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dilated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46F43-9ECF-487F-98C7-95CBE89A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339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AC250-D23E-48AD-83A8-8458DB3D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333791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8E8A4-2FB1-4D95-B906-9222CF1E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670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98.44%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9E584-7B50-4E25-AF47-B3A66418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337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rPr>
              <a:t>1,024 MACs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86E35-9940-481B-B2D1-3FFDC6CD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sliding_global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54005-A797-4184-B53E-895D6C7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339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64045-75BE-46A2-99F1-47978312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86200"/>
            <a:ext cx="32336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D4B9D-368F-4FBB-8E64-0BEFAE10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95.36%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197A0-83D9-4C4F-AC5A-17773829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862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rPr>
              <a:t>3,040 MACs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EA291-F702-4605-96B2-CF719F2C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butterfly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81265C-FD4C-44AF-AC14-3B783ACC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3390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09ABB-EF09-4BA7-AEE8-CF4400E0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38650"/>
            <a:ext cx="320545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6F493F-647F-46C3-AAB5-35C61C2E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02026"/>
                </a:solidFill>
                <a:latin typeface="Aptos Mono"/>
                <a:ea typeface="Aptos Mono"/>
                <a:cs typeface="Aptos Mono"/>
              </a:rPr>
              <a:t>94.53%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32BFA-679E-458F-BE83-4A7BB9F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386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54E"/>
                </a:solidFill>
                <a:latin typeface="Aptos Mono"/>
                <a:ea typeface="Aptos Mono"/>
                <a:cs typeface="Aptos Mono"/>
              </a:rPr>
              <a:t>3,584 MACs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F29F8-2069-4F6D-9DDC-142654D6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32385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C22"/>
          </a:solidFill>
          <a:ln xmlns:a="http://schemas.openxmlformats.org/drawingml/2006/main" w="9525">
            <a:solidFill>
              <a:srgbClr val="2C303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65CF9-8F9C-405F-97D5-166A496A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What is validated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092B73-9966-4259-806D-4894515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90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876663-E052-4351-9D70-143BACB1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Software expected counts exist for all modes.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003D2-81E1-4197-BE3C-105880B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45D0C8-4DBE-4496-AA3E-F129559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Pre-sim RTL agrees with the golden reference.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3BAA1D-C879-474A-976D-2AA3EE3A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FBB38E-1A78-46E0-8EAB-E1531C21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Post-sim output remains PASS.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E5F7D-5A6A-4E3A-83C1-6784320D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3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B59288-1797-4E1F-A8D6-9560577C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Sparse pair-stream cycle estimate scales with valid pairs.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3FE29C-771A-45B3-9342-547489B5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Conclusion: the experiment section can claim functional consistency across software, RTL pre-sim, and post-sim, with sparse attention delivering the expected MAC reduction.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7FAC80-FA61-4A28-A5BA-3292F829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Source: docs/attention_compare_notes.md, RES/*.png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A06E05-5DB2-4691-8FE5-F5E37480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BDB5A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4350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2026-06-05T08:44:43.5030000Z</dcterms:created>
  <dcterms:modified xsi:type="dcterms:W3CDTF">2026-06-05T08:44:43.5030000Z</dcterms:modified>
</coreProperties>
</file>